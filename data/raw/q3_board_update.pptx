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Nabd Tech Q3 2026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 update -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 revenue: 1.8 million JOD</a:t>
            </a:r>
          </a:p>
          <a:p>
            <a:r>
              <a:t>Up 22% from Q2 2026</a:t>
            </a:r>
          </a:p>
          <a:p>
            <a:r>
              <a:t>Largest client: Petra Logistics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Launched Nabd Dashboard v2 in August</a:t>
            </a:r>
          </a:p>
          <a:p>
            <a:r>
              <a:t>120 new SMB customers in Q3</a:t>
            </a:r>
          </a:p>
          <a:p>
            <a:r>
              <a:t>Churn fell to 3.1%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Hire 15 engineers</a:t>
            </a:r>
          </a:p>
          <a:p>
            <a:r>
              <a:t>Open Riyadh office in November</a:t>
            </a:r>
          </a:p>
          <a:p>
            <a:r>
              <a:t>Reach 2.2 million JOD revenue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